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6" r:id="rId3"/>
    <p:sldId id="258" r:id="rId4"/>
    <p:sldId id="259" r:id="rId5"/>
    <p:sldId id="261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1112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EF814D-4B4D-AD20-990D-A8493427A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BD0BD99-96ED-60AD-A7A2-9E7F8BEF60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967CD8-018B-A424-944E-849197029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B1A4B-639E-4A1D-912B-D018898F3EDC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B464476-90C0-4BA3-4B9C-302F33D99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6593322-D363-8CF2-8F42-52687A56A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DA5B4-F01E-4A49-94B4-AAD5E52675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8524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21B60E-6987-FEE0-9412-B1F03103E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FF02D4D-D543-9783-53E2-C6636BFDB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F600B6-0254-C12F-E617-99413A637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B1A4B-639E-4A1D-912B-D018898F3EDC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E1F063-D7C1-0BD1-FABC-3CF2EA8F4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2E7102B-8D45-0DBB-D626-286F7A8B8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DA5B4-F01E-4A49-94B4-AAD5E52675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2511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857A35-BF5A-7622-545A-7D078DD23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039B7E4-25BE-5C0F-C5E3-654BE829C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E6D647-69A9-D87F-0583-33B62EEFC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B1A4B-639E-4A1D-912B-D018898F3EDC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A89986F-08C5-C1A2-4912-9F4262D46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2E7643-166F-2475-B47D-599DDE382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DA5B4-F01E-4A49-94B4-AAD5E52675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468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40AD4D-329E-8949-B76E-327082C8D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0A8E82F-D711-A941-3E20-1BEB8D6A49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8F70BBA-4C18-ADCF-7034-28FF35C03B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6118088-3443-BDA9-791B-763843D9B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B1A4B-639E-4A1D-912B-D018898F3EDC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4DCFED8-6CE0-B9D6-8236-8510BF226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C2CD3B0-9746-4D96-8913-701CC433E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DA5B4-F01E-4A49-94B4-AAD5E52675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9952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9FEF00-F5D6-84D7-765F-E34BA95E3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A4310DA-11F2-C8B2-FDEC-5D1583B86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C3E5B9F-B4A1-EED4-82A1-B5D4E4B5B8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DA8F941-C4BE-5BEF-8C3B-CDCAFC0EC4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0FA0CC1-201D-4740-F054-78B2CCB5A0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BB58DBA-3C31-D32E-1998-B0D12A46F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B1A4B-639E-4A1D-912B-D018898F3EDC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243EF6D-9DD1-DBC0-B7B0-381844BD4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4246CD2-C9AA-D94D-0700-6A3AE7945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DA5B4-F01E-4A49-94B4-AAD5E52675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7748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2CF8E0-347F-A5F8-658C-0858F6D31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2CB5BA8-73EF-D22E-9BC2-24090BBF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B1A4B-639E-4A1D-912B-D018898F3EDC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20439E7-9BE2-A908-B8A2-E8F7DE189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41C8C91-03A5-D5F1-DB65-4C17A612B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DA5B4-F01E-4A49-94B4-AAD5E52675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8941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8617400-1DF7-A106-D158-BB7E20026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B1A4B-639E-4A1D-912B-D018898F3EDC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DFAEE94-5F9F-E8D9-D338-C566C600D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E082CB6-913E-E906-8DCF-E4D8C222E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DA5B4-F01E-4A49-94B4-AAD5E52675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9775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A93265-1B7D-3FCC-472B-4FE2B5AF0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371D8C-152A-B93F-D0F4-3CD1A950C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7B007E8-60B6-7825-2E1B-0F6B390467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118D724-A248-1D8C-90AA-EC854D399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B1A4B-639E-4A1D-912B-D018898F3EDC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A22FC4D-A268-6F61-190A-D7AC1A282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925C363-9E64-A4FA-C560-493A5A661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DA5B4-F01E-4A49-94B4-AAD5E52675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8248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78E600-F449-94F4-061D-9E5572D05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8823AE2-E0CA-685C-EA5B-B17ABE1D66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D713F22-546B-2112-2E60-D9A32FFADE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E5A6470-9BFC-9CE9-42BE-2E850A10A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B1A4B-639E-4A1D-912B-D018898F3EDC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DF632DD-ACBF-D904-7916-1CF8B630B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AC6F1AA-7393-BF4B-4710-7771D32F5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DA5B4-F01E-4A49-94B4-AAD5E52675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7629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3C9CBE-045F-BC23-F0A4-61725484F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B58D59D-A920-34CD-423B-4FEA11B1D0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B8CC568-A6F8-0646-41FE-F2B848C15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B1A4B-639E-4A1D-912B-D018898F3EDC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89E170F-38C9-65F7-714E-A64CE8AD7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073BEF-1CB9-3F30-4121-999FC2E29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DA5B4-F01E-4A49-94B4-AAD5E52675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2389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CD5E7AF-D1AC-BAD1-1FFC-3AD42547E9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FA98811-03D8-9F11-9637-8065CA029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E778C85-46AE-E7C3-EF1A-400D6C99D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B1A4B-639E-4A1D-912B-D018898F3EDC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BB25106-43A6-F5BF-9497-C9FDF7692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4AF166C-BD20-8D82-5E06-016F7EE91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DA5B4-F01E-4A49-94B4-AAD5E52675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7588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2A41148-B603-2F1E-D51D-A8A17A34D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1491298-5DF8-4100-65A2-51A0FEAE6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858340-9EA7-4D75-10AD-6E7543E5B0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9B1A4B-639E-4A1D-912B-D018898F3EDC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B619CD7-E12A-D506-C348-770A01EB6C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AB7044-A52B-38F1-7330-BA1CD9BF16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2DA5B4-F01E-4A49-94B4-AAD5E52675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9032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3D095AD-7084-26E6-BF13-6E9B55579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sz="32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ジャンル：バカゲー</a:t>
            </a:r>
            <a:endParaRPr kumimoji="1" lang="en-US" altLang="ja-JP" sz="320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endParaRPr lang="en-US" altLang="ja-JP" sz="320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kumimoji="1" lang="ja-JP" altLang="en-US" sz="32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内容：男子トイレの場所選びの心理をモチーフにしたゲーム</a:t>
            </a:r>
            <a:endParaRPr kumimoji="1" lang="en-US" altLang="ja-JP" sz="320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endParaRPr lang="en-US" altLang="ja-JP" sz="320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kumimoji="1" lang="ja-JP" altLang="en-US" sz="32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目標：</a:t>
            </a:r>
            <a:r>
              <a:rPr kumimoji="1" lang="en-US" altLang="ja-JP" sz="3200" b="1" dirty="0" err="1">
                <a:latin typeface="Meiryo UI" panose="020B0604030504040204" pitchFamily="34" charset="-128"/>
                <a:ea typeface="Meiryo UI" panose="020B0604030504040204" pitchFamily="34" charset="-128"/>
              </a:rPr>
              <a:t>IoA</a:t>
            </a:r>
            <a:r>
              <a:rPr kumimoji="1" lang="ja-JP" altLang="en-US" sz="32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フェスへの出展</a:t>
            </a:r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3034628B-9170-56BA-9923-EEB2C4062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b="1" dirty="0">
                <a:latin typeface="Meiryo UI" panose="020B0604030504040204" pitchFamily="34" charset="-128"/>
                <a:ea typeface="Meiryo UI" panose="020B0604030504040204" pitchFamily="34" charset="-128"/>
              </a:rPr>
              <a:t>2D</a:t>
            </a:r>
            <a:r>
              <a:rPr lang="ja-JP" altLang="en-US" b="1" dirty="0">
                <a:latin typeface="Meiryo UI" panose="020B0604030504040204" pitchFamily="34" charset="-128"/>
                <a:ea typeface="Meiryo UI" panose="020B0604030504040204" pitchFamily="34" charset="-128"/>
              </a:rPr>
              <a:t>ゲーム班</a:t>
            </a:r>
          </a:p>
        </p:txBody>
      </p:sp>
    </p:spTree>
    <p:extLst>
      <p:ext uri="{BB962C8B-B14F-4D97-AF65-F5344CB8AC3E}">
        <p14:creationId xmlns:p14="http://schemas.microsoft.com/office/powerpoint/2010/main" val="2611825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4DE96-02F3-CB8A-1993-05779BEAF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黒い背景と白い文字の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BA7CB408-0687-C754-D66A-462D18F630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45" t="27553" r="37132" b="25299"/>
          <a:stretch>
            <a:fillRect/>
          </a:stretch>
        </p:blipFill>
        <p:spPr>
          <a:xfrm>
            <a:off x="2506437" y="2057026"/>
            <a:ext cx="1251858" cy="2184091"/>
          </a:xfrm>
          <a:prstGeom prst="rect">
            <a:avLst/>
          </a:prstGeom>
        </p:spPr>
      </p:pic>
      <p:pic>
        <p:nvPicPr>
          <p:cNvPr id="8" name="図 7" descr="黒い背景と白い文字の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E4591D97-DC35-97C0-AF8E-B7166FF5DE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45" t="27553" r="37132" b="25299"/>
          <a:stretch>
            <a:fillRect/>
          </a:stretch>
        </p:blipFill>
        <p:spPr>
          <a:xfrm>
            <a:off x="4487636" y="2057026"/>
            <a:ext cx="1251858" cy="2184091"/>
          </a:xfrm>
          <a:prstGeom prst="rect">
            <a:avLst/>
          </a:prstGeom>
        </p:spPr>
      </p:pic>
      <p:pic>
        <p:nvPicPr>
          <p:cNvPr id="10" name="図 9" descr="黒い背景と白い文字の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BDBE13BA-D958-67D8-2657-9B77E5E16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45" t="27553" r="37132" b="25299"/>
          <a:stretch>
            <a:fillRect/>
          </a:stretch>
        </p:blipFill>
        <p:spPr>
          <a:xfrm>
            <a:off x="6468835" y="2057025"/>
            <a:ext cx="1251858" cy="2184091"/>
          </a:xfrm>
          <a:prstGeom prst="rect">
            <a:avLst/>
          </a:prstGeom>
        </p:spPr>
      </p:pic>
      <p:pic>
        <p:nvPicPr>
          <p:cNvPr id="11" name="図 10" descr="黒い背景と白い文字の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E073DCC6-C6AB-BA13-799B-177A2DD678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45" t="27553" r="37132" b="25299"/>
          <a:stretch>
            <a:fillRect/>
          </a:stretch>
        </p:blipFill>
        <p:spPr>
          <a:xfrm>
            <a:off x="8390165" y="2057025"/>
            <a:ext cx="1251858" cy="218409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5C926EB4-C170-E731-E07D-3DBB51BD23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824" y="1666268"/>
            <a:ext cx="2965604" cy="2965604"/>
          </a:xfrm>
          <a:prstGeom prst="rect">
            <a:avLst/>
          </a:prstGeom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625D3131-2B1B-BF4D-649E-112B13F991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1428" y="3892396"/>
            <a:ext cx="2965604" cy="2965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240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FA4ED-BF0A-D02C-023F-85A25D80C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黒い背景と白い文字の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D1AA7012-C9BB-B76B-E149-9E454BB72D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45" t="27553" r="37132" b="25299"/>
          <a:stretch>
            <a:fillRect/>
          </a:stretch>
        </p:blipFill>
        <p:spPr>
          <a:xfrm>
            <a:off x="2506437" y="2057026"/>
            <a:ext cx="1251858" cy="2184091"/>
          </a:xfrm>
          <a:prstGeom prst="rect">
            <a:avLst/>
          </a:prstGeom>
        </p:spPr>
      </p:pic>
      <p:pic>
        <p:nvPicPr>
          <p:cNvPr id="8" name="図 7" descr="黒い背景と白い文字の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47874342-1302-7805-E050-605BECABE7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45" t="27553" r="37132" b="25299"/>
          <a:stretch>
            <a:fillRect/>
          </a:stretch>
        </p:blipFill>
        <p:spPr>
          <a:xfrm>
            <a:off x="4487636" y="2057026"/>
            <a:ext cx="1251858" cy="2184091"/>
          </a:xfrm>
          <a:prstGeom prst="rect">
            <a:avLst/>
          </a:prstGeom>
        </p:spPr>
      </p:pic>
      <p:pic>
        <p:nvPicPr>
          <p:cNvPr id="10" name="図 9" descr="黒い背景と白い文字の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A6BB1791-8BCE-33A6-1E45-39BE5D71CF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45" t="27553" r="37132" b="25299"/>
          <a:stretch>
            <a:fillRect/>
          </a:stretch>
        </p:blipFill>
        <p:spPr>
          <a:xfrm>
            <a:off x="6468835" y="2057025"/>
            <a:ext cx="1251858" cy="2184091"/>
          </a:xfrm>
          <a:prstGeom prst="rect">
            <a:avLst/>
          </a:prstGeom>
        </p:spPr>
      </p:pic>
      <p:pic>
        <p:nvPicPr>
          <p:cNvPr id="11" name="図 10" descr="黒い背景と白い文字の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2053EB25-876C-426F-01E4-FEBC5F1AD1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45" t="27553" r="37132" b="25299"/>
          <a:stretch>
            <a:fillRect/>
          </a:stretch>
        </p:blipFill>
        <p:spPr>
          <a:xfrm>
            <a:off x="8390165" y="2057025"/>
            <a:ext cx="1251858" cy="218409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DD613C48-5109-0600-9C8A-49A3ADF280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824" y="1666268"/>
            <a:ext cx="2965604" cy="2965604"/>
          </a:xfrm>
          <a:prstGeom prst="rect">
            <a:avLst/>
          </a:prstGeom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121D9724-5B1E-E36A-6127-60EBED0AEC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1428" y="3892396"/>
            <a:ext cx="2965604" cy="2965604"/>
          </a:xfrm>
          <a:prstGeom prst="rect">
            <a:avLst/>
          </a:prstGeom>
        </p:spPr>
      </p:pic>
      <p:sp>
        <p:nvSpPr>
          <p:cNvPr id="4" name="吹き出し: 円形 3">
            <a:extLst>
              <a:ext uri="{FF2B5EF4-FFF2-40B4-BE49-F238E27FC236}">
                <a16:creationId xmlns:a16="http://schemas.microsoft.com/office/drawing/2014/main" id="{BB6BDF26-4D24-0540-364A-1DC00C4F467E}"/>
              </a:ext>
            </a:extLst>
          </p:cNvPr>
          <p:cNvSpPr/>
          <p:nvPr/>
        </p:nvSpPr>
        <p:spPr>
          <a:xfrm>
            <a:off x="7094764" y="4735118"/>
            <a:ext cx="2542032" cy="1280160"/>
          </a:xfrm>
          <a:prstGeom prst="wedgeEllipseCallout">
            <a:avLst>
              <a:gd name="adj1" fmla="val -56445"/>
              <a:gd name="adj2" fmla="val -3892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隣は嫌だな・・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03546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88C22-A186-AECF-CB86-C300195A8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黒い背景と白い文字の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DA1567AE-A424-AC60-7480-8AD09700DC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45" t="27553" r="37132" b="25299"/>
          <a:stretch>
            <a:fillRect/>
          </a:stretch>
        </p:blipFill>
        <p:spPr>
          <a:xfrm>
            <a:off x="2506437" y="2057026"/>
            <a:ext cx="1251858" cy="2184091"/>
          </a:xfrm>
          <a:prstGeom prst="rect">
            <a:avLst/>
          </a:prstGeom>
        </p:spPr>
      </p:pic>
      <p:pic>
        <p:nvPicPr>
          <p:cNvPr id="8" name="図 7" descr="黒い背景と白い文字の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78E5B0CB-9CFF-FFD6-E377-D1B3147A9D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45" t="27553" r="37132" b="25299"/>
          <a:stretch>
            <a:fillRect/>
          </a:stretch>
        </p:blipFill>
        <p:spPr>
          <a:xfrm>
            <a:off x="4487636" y="2057026"/>
            <a:ext cx="1251858" cy="2184091"/>
          </a:xfrm>
          <a:prstGeom prst="rect">
            <a:avLst/>
          </a:prstGeom>
        </p:spPr>
      </p:pic>
      <p:pic>
        <p:nvPicPr>
          <p:cNvPr id="10" name="図 9" descr="黒い背景と白い文字の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18631BBD-1D6B-3FA1-366C-894EE37A2D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45" t="27553" r="37132" b="25299"/>
          <a:stretch>
            <a:fillRect/>
          </a:stretch>
        </p:blipFill>
        <p:spPr>
          <a:xfrm>
            <a:off x="6468835" y="2057025"/>
            <a:ext cx="1251858" cy="2184091"/>
          </a:xfrm>
          <a:prstGeom prst="rect">
            <a:avLst/>
          </a:prstGeom>
        </p:spPr>
      </p:pic>
      <p:pic>
        <p:nvPicPr>
          <p:cNvPr id="11" name="図 10" descr="黒い背景と白い文字の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BBA6C66E-23EA-8CFB-4376-81A4202821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45" t="27553" r="37132" b="25299"/>
          <a:stretch>
            <a:fillRect/>
          </a:stretch>
        </p:blipFill>
        <p:spPr>
          <a:xfrm>
            <a:off x="8390165" y="2057025"/>
            <a:ext cx="1251858" cy="218409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EE8486B-5D97-7439-8478-56A1C0C74E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824" y="1666268"/>
            <a:ext cx="2965604" cy="2965604"/>
          </a:xfrm>
          <a:prstGeom prst="rect">
            <a:avLst/>
          </a:prstGeom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4A8F9CB7-4785-6DFC-0B0C-C0D5890FAB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1962" y="1666268"/>
            <a:ext cx="2965604" cy="2965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369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黒い背景と白い文字の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0F30E7B8-17F6-F483-6B9B-D255D1EFF6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45" t="27553" r="37132" b="25299"/>
          <a:stretch>
            <a:fillRect/>
          </a:stretch>
        </p:blipFill>
        <p:spPr>
          <a:xfrm>
            <a:off x="2305269" y="1413411"/>
            <a:ext cx="1251858" cy="2184091"/>
          </a:xfrm>
          <a:prstGeom prst="rect">
            <a:avLst/>
          </a:prstGeom>
        </p:spPr>
      </p:pic>
      <p:pic>
        <p:nvPicPr>
          <p:cNvPr id="5" name="図 4" descr="黒い背景と白い文字の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8C06F378-FD2B-0AC0-636C-4344ECF38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45" t="27553" r="37132" b="25299"/>
          <a:stretch>
            <a:fillRect/>
          </a:stretch>
        </p:blipFill>
        <p:spPr>
          <a:xfrm>
            <a:off x="4286468" y="1413411"/>
            <a:ext cx="1251858" cy="2184091"/>
          </a:xfrm>
          <a:prstGeom prst="rect">
            <a:avLst/>
          </a:prstGeom>
        </p:spPr>
      </p:pic>
      <p:pic>
        <p:nvPicPr>
          <p:cNvPr id="6" name="図 5" descr="黒い背景と白い文字の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728B357B-C64C-F0EF-EC81-36201D5318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45" t="27553" r="37132" b="25299"/>
          <a:stretch>
            <a:fillRect/>
          </a:stretch>
        </p:blipFill>
        <p:spPr>
          <a:xfrm>
            <a:off x="6267667" y="1413410"/>
            <a:ext cx="1251858" cy="2184091"/>
          </a:xfrm>
          <a:prstGeom prst="rect">
            <a:avLst/>
          </a:prstGeom>
        </p:spPr>
      </p:pic>
      <p:pic>
        <p:nvPicPr>
          <p:cNvPr id="7" name="図 6" descr="黒い背景と白い文字の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D3EF035D-726B-EAC6-2861-EE3BC97BEF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45" t="27553" r="37132" b="25299"/>
          <a:stretch>
            <a:fillRect/>
          </a:stretch>
        </p:blipFill>
        <p:spPr>
          <a:xfrm>
            <a:off x="8188997" y="1413410"/>
            <a:ext cx="1251858" cy="2184091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9B534FE-13A4-686A-B75E-FBDA6799D4EA}"/>
              </a:ext>
            </a:extLst>
          </p:cNvPr>
          <p:cNvSpPr/>
          <p:nvPr/>
        </p:nvSpPr>
        <p:spPr>
          <a:xfrm>
            <a:off x="3092741" y="4313844"/>
            <a:ext cx="1572768" cy="21840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latin typeface="Meiryo UI" panose="020B0604030504040204" pitchFamily="34" charset="-128"/>
                <a:ea typeface="Meiryo UI" panose="020B0604030504040204" pitchFamily="34" charset="-128"/>
              </a:rPr>
              <a:t>親子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73D101C-A93B-5313-E4E1-C06014107D5F}"/>
              </a:ext>
            </a:extLst>
          </p:cNvPr>
          <p:cNvSpPr txBox="1"/>
          <p:nvPr/>
        </p:nvSpPr>
        <p:spPr>
          <a:xfrm>
            <a:off x="4754880" y="5221224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ja-JP" altLang="en-US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F6BA5C2-9AA3-26A7-C44D-A4422019CD86}"/>
              </a:ext>
            </a:extLst>
          </p:cNvPr>
          <p:cNvSpPr/>
          <p:nvPr/>
        </p:nvSpPr>
        <p:spPr>
          <a:xfrm>
            <a:off x="5165381" y="4313843"/>
            <a:ext cx="1572768" cy="218409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b="1" dirty="0"/>
              <a:t>おじさん</a:t>
            </a:r>
            <a:endParaRPr kumimoji="1" lang="ja-JP" altLang="en-US" b="1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87B96E4-C264-D06C-296A-517C8A5C9A6B}"/>
              </a:ext>
            </a:extLst>
          </p:cNvPr>
          <p:cNvSpPr/>
          <p:nvPr/>
        </p:nvSpPr>
        <p:spPr>
          <a:xfrm>
            <a:off x="7242158" y="4313842"/>
            <a:ext cx="1572768" cy="218409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b="1" dirty="0"/>
              <a:t>一般人</a:t>
            </a:r>
            <a:endParaRPr kumimoji="1" lang="ja-JP" altLang="en-US" b="1" dirty="0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9AAF3982-48F9-7959-6EFB-0DAE453DC0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237" y="1087756"/>
            <a:ext cx="2912800" cy="2912800"/>
          </a:xfrm>
          <a:prstGeom prst="rect">
            <a:avLst/>
          </a:prstGeom>
        </p:spPr>
      </p:pic>
      <p:sp>
        <p:nvSpPr>
          <p:cNvPr id="14" name="タイトル 4">
            <a:extLst>
              <a:ext uri="{FF2B5EF4-FFF2-40B4-BE49-F238E27FC236}">
                <a16:creationId xmlns:a16="http://schemas.microsoft.com/office/drawing/2014/main" id="{755F9B2F-D82E-FDBC-9B9E-ED128AD35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4287"/>
            <a:ext cx="8814926" cy="834394"/>
          </a:xfrm>
        </p:spPr>
        <p:txBody>
          <a:bodyPr>
            <a:normAutofit/>
          </a:bodyPr>
          <a:lstStyle/>
          <a:p>
            <a:r>
              <a:rPr lang="ja-JP" altLang="en-US" sz="32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ゲーム画面イメージ</a:t>
            </a:r>
          </a:p>
        </p:txBody>
      </p:sp>
    </p:spTree>
    <p:extLst>
      <p:ext uri="{BB962C8B-B14F-4D97-AF65-F5344CB8AC3E}">
        <p14:creationId xmlns:p14="http://schemas.microsoft.com/office/powerpoint/2010/main" val="3373805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CB233-0F38-D55E-3CD2-C9ABF7E35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黒い背景と白い文字の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6B0E2EC5-16FC-55A2-AFD8-4334F315E8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45" t="27553" r="37132" b="25299"/>
          <a:stretch>
            <a:fillRect/>
          </a:stretch>
        </p:blipFill>
        <p:spPr>
          <a:xfrm>
            <a:off x="2305269" y="1413411"/>
            <a:ext cx="1251858" cy="2184091"/>
          </a:xfrm>
          <a:prstGeom prst="rect">
            <a:avLst/>
          </a:prstGeom>
        </p:spPr>
      </p:pic>
      <p:pic>
        <p:nvPicPr>
          <p:cNvPr id="5" name="図 4" descr="黒い背景と白い文字の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4851409D-4120-0AA6-EC1B-9F0DB22AD3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45" t="27553" r="37132" b="25299"/>
          <a:stretch>
            <a:fillRect/>
          </a:stretch>
        </p:blipFill>
        <p:spPr>
          <a:xfrm>
            <a:off x="4286468" y="1413411"/>
            <a:ext cx="1251858" cy="2184091"/>
          </a:xfrm>
          <a:prstGeom prst="rect">
            <a:avLst/>
          </a:prstGeom>
        </p:spPr>
      </p:pic>
      <p:pic>
        <p:nvPicPr>
          <p:cNvPr id="6" name="図 5" descr="黒い背景と白い文字の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34240C3F-11B3-EE85-D2C0-41A7D95AA6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45" t="27553" r="37132" b="25299"/>
          <a:stretch>
            <a:fillRect/>
          </a:stretch>
        </p:blipFill>
        <p:spPr>
          <a:xfrm>
            <a:off x="6267667" y="1413410"/>
            <a:ext cx="1251858" cy="2184091"/>
          </a:xfrm>
          <a:prstGeom prst="rect">
            <a:avLst/>
          </a:prstGeom>
        </p:spPr>
      </p:pic>
      <p:pic>
        <p:nvPicPr>
          <p:cNvPr id="7" name="図 6" descr="黒い背景と白い文字の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D63081B3-FC3C-58DF-797B-ABD3D67DC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45" t="27553" r="37132" b="25299"/>
          <a:stretch>
            <a:fillRect/>
          </a:stretch>
        </p:blipFill>
        <p:spPr>
          <a:xfrm>
            <a:off x="8188997" y="1413410"/>
            <a:ext cx="1251858" cy="2184091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51ED2E4-A03F-F1A6-9F10-9FD5E7650FBD}"/>
              </a:ext>
            </a:extLst>
          </p:cNvPr>
          <p:cNvSpPr/>
          <p:nvPr/>
        </p:nvSpPr>
        <p:spPr>
          <a:xfrm>
            <a:off x="3092741" y="4313844"/>
            <a:ext cx="1572768" cy="21840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親子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5D8F3B5-55FF-26DC-3B7D-1555825820D2}"/>
              </a:ext>
            </a:extLst>
          </p:cNvPr>
          <p:cNvSpPr txBox="1"/>
          <p:nvPr/>
        </p:nvSpPr>
        <p:spPr>
          <a:xfrm>
            <a:off x="4754880" y="5221224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ja-JP" altLang="en-US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7923104-FDDD-225A-4A34-E78EDD81892A}"/>
              </a:ext>
            </a:extLst>
          </p:cNvPr>
          <p:cNvSpPr/>
          <p:nvPr/>
        </p:nvSpPr>
        <p:spPr>
          <a:xfrm>
            <a:off x="5165381" y="4313843"/>
            <a:ext cx="1572768" cy="218409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b="1" dirty="0"/>
              <a:t>おじさん</a:t>
            </a:r>
            <a:endParaRPr kumimoji="1" lang="ja-JP" altLang="en-US" b="1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4D86856-E347-134E-715F-790BEB97CDC0}"/>
              </a:ext>
            </a:extLst>
          </p:cNvPr>
          <p:cNvSpPr/>
          <p:nvPr/>
        </p:nvSpPr>
        <p:spPr>
          <a:xfrm>
            <a:off x="7242158" y="4313842"/>
            <a:ext cx="1572768" cy="218409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b="1" dirty="0"/>
              <a:t>一般人</a:t>
            </a:r>
            <a:endParaRPr kumimoji="1" lang="ja-JP" altLang="en-US" b="1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7AF8F32B-1BCA-0837-3850-8C324002FD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237" y="1087756"/>
            <a:ext cx="2912800" cy="2912800"/>
          </a:xfrm>
          <a:prstGeom prst="rect">
            <a:avLst/>
          </a:prstGeom>
        </p:spPr>
      </p:pic>
      <p:sp>
        <p:nvSpPr>
          <p:cNvPr id="3" name="タイトル 4">
            <a:extLst>
              <a:ext uri="{FF2B5EF4-FFF2-40B4-BE49-F238E27FC236}">
                <a16:creationId xmlns:a16="http://schemas.microsoft.com/office/drawing/2014/main" id="{98FAA4CA-B8E2-79EF-E2A8-4818F75B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4287"/>
            <a:ext cx="8814926" cy="834394"/>
          </a:xfrm>
        </p:spPr>
        <p:txBody>
          <a:bodyPr>
            <a:normAutofit/>
          </a:bodyPr>
          <a:lstStyle/>
          <a:p>
            <a:r>
              <a:rPr lang="ja-JP" altLang="en-US" sz="32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ゲーム画面イメージ</a:t>
            </a:r>
          </a:p>
        </p:txBody>
      </p:sp>
    </p:spTree>
    <p:extLst>
      <p:ext uri="{BB962C8B-B14F-4D97-AF65-F5344CB8AC3E}">
        <p14:creationId xmlns:p14="http://schemas.microsoft.com/office/powerpoint/2010/main" val="1160897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AEC53-4CB4-0DBF-61CD-C94A63DB0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黒い背景と白い文字の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6485376F-F498-5A9B-B04E-898E69F69B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45" t="27553" r="37132" b="25299"/>
          <a:stretch>
            <a:fillRect/>
          </a:stretch>
        </p:blipFill>
        <p:spPr>
          <a:xfrm>
            <a:off x="2506437" y="2336955"/>
            <a:ext cx="1251858" cy="2184091"/>
          </a:xfrm>
          <a:prstGeom prst="rect">
            <a:avLst/>
          </a:prstGeom>
        </p:spPr>
      </p:pic>
      <p:pic>
        <p:nvPicPr>
          <p:cNvPr id="8" name="図 7" descr="黒い背景と白い文字の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2D3B9DB2-A4A9-B37B-A4F6-78EB8A5351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45" t="27553" r="37132" b="25299"/>
          <a:stretch>
            <a:fillRect/>
          </a:stretch>
        </p:blipFill>
        <p:spPr>
          <a:xfrm>
            <a:off x="4487636" y="2336955"/>
            <a:ext cx="1251858" cy="2184091"/>
          </a:xfrm>
          <a:prstGeom prst="rect">
            <a:avLst/>
          </a:prstGeom>
        </p:spPr>
      </p:pic>
      <p:pic>
        <p:nvPicPr>
          <p:cNvPr id="10" name="図 9" descr="黒い背景と白い文字の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D042F640-CA8B-47A9-B5AA-B1C7890E2C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45" t="27553" r="37132" b="25299"/>
          <a:stretch>
            <a:fillRect/>
          </a:stretch>
        </p:blipFill>
        <p:spPr>
          <a:xfrm>
            <a:off x="6468835" y="2336954"/>
            <a:ext cx="1251858" cy="2184091"/>
          </a:xfrm>
          <a:prstGeom prst="rect">
            <a:avLst/>
          </a:prstGeom>
        </p:spPr>
      </p:pic>
      <p:pic>
        <p:nvPicPr>
          <p:cNvPr id="11" name="図 10" descr="黒い背景と白い文字の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C819A785-ADD5-8862-3462-53D6481D2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45" t="27553" r="37132" b="25299"/>
          <a:stretch>
            <a:fillRect/>
          </a:stretch>
        </p:blipFill>
        <p:spPr>
          <a:xfrm>
            <a:off x="8390165" y="2336954"/>
            <a:ext cx="1251858" cy="218409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4A324AF9-BAF4-B3A8-7DBF-5F82194DE2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1413" y="4133959"/>
            <a:ext cx="2381250" cy="2381250"/>
          </a:xfrm>
          <a:prstGeom prst="rect">
            <a:avLst/>
          </a:prstGeom>
        </p:spPr>
      </p:pic>
      <p:pic>
        <p:nvPicPr>
          <p:cNvPr id="6" name="図 5" descr="カレンダー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A86F807B-A82D-7FF4-2883-9058316BD3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3677" y="4731743"/>
            <a:ext cx="690315" cy="786384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27D26FCF-0F11-E8F1-1D79-36F9A61DBD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741" y="2336954"/>
            <a:ext cx="2381250" cy="2381250"/>
          </a:xfrm>
          <a:prstGeom prst="rect">
            <a:avLst/>
          </a:prstGeom>
        </p:spPr>
      </p:pic>
      <p:sp>
        <p:nvSpPr>
          <p:cNvPr id="12" name="タイトル 4">
            <a:extLst>
              <a:ext uri="{FF2B5EF4-FFF2-40B4-BE49-F238E27FC236}">
                <a16:creationId xmlns:a16="http://schemas.microsoft.com/office/drawing/2014/main" id="{CE3D3B1A-0310-E3AA-C8FD-05515281AD95}"/>
              </a:ext>
            </a:extLst>
          </p:cNvPr>
          <p:cNvSpPr txBox="1">
            <a:spLocks/>
          </p:cNvSpPr>
          <p:nvPr/>
        </p:nvSpPr>
        <p:spPr>
          <a:xfrm>
            <a:off x="-2533650" y="-194313"/>
            <a:ext cx="8814926" cy="8343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2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ゲーム画面イメージ</a:t>
            </a:r>
          </a:p>
        </p:txBody>
      </p:sp>
    </p:spTree>
    <p:extLst>
      <p:ext uri="{BB962C8B-B14F-4D97-AF65-F5344CB8AC3E}">
        <p14:creationId xmlns:p14="http://schemas.microsoft.com/office/powerpoint/2010/main" val="1267709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A0BC3-A195-4599-B892-2A61FC3F4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黒い背景と白い文字の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95CC5DA9-CADD-E950-73AD-5CFB343023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45" t="27553" r="37132" b="25299"/>
          <a:stretch>
            <a:fillRect/>
          </a:stretch>
        </p:blipFill>
        <p:spPr>
          <a:xfrm>
            <a:off x="2506437" y="2336955"/>
            <a:ext cx="1251858" cy="2184091"/>
          </a:xfrm>
          <a:prstGeom prst="rect">
            <a:avLst/>
          </a:prstGeom>
        </p:spPr>
      </p:pic>
      <p:pic>
        <p:nvPicPr>
          <p:cNvPr id="8" name="図 7" descr="黒い背景と白い文字の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C8596EDE-0047-E99C-C666-61D10341EF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45" t="27553" r="37132" b="25299"/>
          <a:stretch>
            <a:fillRect/>
          </a:stretch>
        </p:blipFill>
        <p:spPr>
          <a:xfrm>
            <a:off x="4487636" y="2336955"/>
            <a:ext cx="1251858" cy="2184091"/>
          </a:xfrm>
          <a:prstGeom prst="rect">
            <a:avLst/>
          </a:prstGeom>
        </p:spPr>
      </p:pic>
      <p:pic>
        <p:nvPicPr>
          <p:cNvPr id="10" name="図 9" descr="黒い背景と白い文字の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05CE93EF-2985-FFAB-45FB-22A375F571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45" t="27553" r="37132" b="25299"/>
          <a:stretch>
            <a:fillRect/>
          </a:stretch>
        </p:blipFill>
        <p:spPr>
          <a:xfrm>
            <a:off x="6468835" y="2336954"/>
            <a:ext cx="1251858" cy="2184091"/>
          </a:xfrm>
          <a:prstGeom prst="rect">
            <a:avLst/>
          </a:prstGeom>
        </p:spPr>
      </p:pic>
      <p:pic>
        <p:nvPicPr>
          <p:cNvPr id="11" name="図 10" descr="黒い背景と白い文字の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0401B76A-A4A7-4FAD-84C7-6F516FDC06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45" t="27553" r="37132" b="25299"/>
          <a:stretch>
            <a:fillRect/>
          </a:stretch>
        </p:blipFill>
        <p:spPr>
          <a:xfrm>
            <a:off x="8390165" y="2336954"/>
            <a:ext cx="1251858" cy="218409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D59EB3F1-5A01-DA20-285F-8062CE1505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6306" y="2451463"/>
            <a:ext cx="2381250" cy="2381250"/>
          </a:xfrm>
          <a:prstGeom prst="rect">
            <a:avLst/>
          </a:prstGeom>
        </p:spPr>
      </p:pic>
      <p:pic>
        <p:nvPicPr>
          <p:cNvPr id="6" name="図 5" descr="カレンダー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5E52DD93-71D8-3151-D0C5-DE8DD1912D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6931" y="3248896"/>
            <a:ext cx="690315" cy="786384"/>
          </a:xfrm>
          <a:prstGeom prst="rect">
            <a:avLst/>
          </a:prstGeom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7DDF4C02-0BC4-E7B1-0216-98EE6FC2CF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670" y="2350493"/>
            <a:ext cx="2381250" cy="2381250"/>
          </a:xfrm>
          <a:prstGeom prst="rect">
            <a:avLst/>
          </a:prstGeom>
        </p:spPr>
      </p:pic>
      <p:sp>
        <p:nvSpPr>
          <p:cNvPr id="9" name="タイトル 4">
            <a:extLst>
              <a:ext uri="{FF2B5EF4-FFF2-40B4-BE49-F238E27FC236}">
                <a16:creationId xmlns:a16="http://schemas.microsoft.com/office/drawing/2014/main" id="{C20B1E58-AEFF-EF06-B679-63B8E8A89000}"/>
              </a:ext>
            </a:extLst>
          </p:cNvPr>
          <p:cNvSpPr txBox="1">
            <a:spLocks/>
          </p:cNvSpPr>
          <p:nvPr/>
        </p:nvSpPr>
        <p:spPr>
          <a:xfrm>
            <a:off x="-2569464" y="-203457"/>
            <a:ext cx="8814926" cy="8343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200" b="1">
                <a:latin typeface="Meiryo UI" panose="020B0604030504040204" pitchFamily="34" charset="-128"/>
                <a:ea typeface="Meiryo UI" panose="020B0604030504040204" pitchFamily="34" charset="-128"/>
              </a:rPr>
              <a:t>ゲーム画面イメージ</a:t>
            </a:r>
            <a:endParaRPr lang="ja-JP" altLang="en-US" sz="320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43936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52</Words>
  <Application>Microsoft Office PowerPoint</Application>
  <PresentationFormat>ワイド画面</PresentationFormat>
  <Paragraphs>17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3" baseType="lpstr">
      <vt:lpstr>Meiryo UI</vt:lpstr>
      <vt:lpstr>游ゴシック</vt:lpstr>
      <vt:lpstr>游ゴシック Light</vt:lpstr>
      <vt:lpstr>Arial</vt:lpstr>
      <vt:lpstr>Office テーマ</vt:lpstr>
      <vt:lpstr>2Dゲーム班</vt:lpstr>
      <vt:lpstr>PowerPoint プレゼンテーション</vt:lpstr>
      <vt:lpstr>PowerPoint プレゼンテーション</vt:lpstr>
      <vt:lpstr>PowerPoint プレゼンテーション</vt:lpstr>
      <vt:lpstr>ゲーム画面イメージ</vt:lpstr>
      <vt:lpstr>ゲーム画面イメージ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ORIKOSHI Tatsuya</dc:creator>
  <cp:lastModifiedBy>ORIKOSHI Tatsuya</cp:lastModifiedBy>
  <cp:revision>1</cp:revision>
  <dcterms:created xsi:type="dcterms:W3CDTF">2025-11-21T08:40:14Z</dcterms:created>
  <dcterms:modified xsi:type="dcterms:W3CDTF">2025-11-21T09:04:26Z</dcterms:modified>
</cp:coreProperties>
</file>